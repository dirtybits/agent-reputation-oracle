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548640" cy="45720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  ·  AGENTVOUCH FAMILY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Coral Midnight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dark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Coral  ·  Monospace  ·  Icon-in-circle  ·  Sandwich contrast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5669280"/>
            <a:ext cx="10728655" cy="18288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5760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agentvouch.xyz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90895" y="576072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Coral Terminal / Paper / Midnight · swap any time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SECTION  · 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4114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without consequence is noise.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 template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36576"/>
          </a:xfrm>
          <a:prstGeom prst="rect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94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SOLUTION  ·  REUSABLE MOTIFS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Mechanisms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06040"/>
            <a:ext cx="640080" cy="640080"/>
          </a:xfrm>
          <a:prstGeom prst="ellipse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33472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0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Stake-Based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Vouching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43434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and users stake SOL to vouch for skill authors.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19456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2606040"/>
            <a:ext cx="640080" cy="640080"/>
          </a:xfrm>
          <a:prstGeom prst="ellipse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633472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0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09160" y="34290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Malicious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Slashing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43434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the dispute, lose your stake. Skin in the game.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219456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2606040"/>
            <a:ext cx="640080" cy="640080"/>
          </a:xfrm>
          <a:prstGeom prst="ellipse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2633472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0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49640" y="34290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Trust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Graph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49640" y="43434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on-chain vouch relationships — queryable provenance.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62356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on Solana  ·  Anchor smart contract  ·  10 instructions  ·  6 account types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 template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36576"/>
          </a:xfrm>
          <a:prstGeom prst="rect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94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  ·  WHY IT MATTERS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It's Worse Than You Think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 Injection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skills are natural language. A malicious SKILL.md looks like helpful documentation: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17920" y="2103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Self-Replicating Agents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660904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26060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 skill installed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3044952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99008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compromised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3429000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3374136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spawns children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813048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758184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Children inherit poison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4197096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41422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Grandchildren inherit poison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4581144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45262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human in the loop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 template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36576"/>
          </a:xfrm>
          <a:prstGeom prst="rect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94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 ·  TECHNICAL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4415" cy="4206240"/>
          </a:xfrm>
          <a:prstGeom prst="roundRect">
            <a:avLst>
              <a:gd name="adj" fmla="val 2174"/>
            </a:avLst>
          </a:prstGeom>
          <a:solidFill>
            <a:srgbClr val="1F293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48840"/>
            <a:ext cx="164592" cy="164592"/>
          </a:xfrm>
          <a:prstGeom prst="ellipse">
            <a:avLst/>
          </a:prstGeom>
          <a:solidFill>
            <a:srgbClr val="FD522F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" y="214884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289304" y="2148840"/>
            <a:ext cx="164592" cy="164592"/>
          </a:xfrm>
          <a:prstGeom prst="ellipse">
            <a:avLst/>
          </a:prstGeom>
          <a:solidFill>
            <a:srgbClr val="93C47D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20848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anchor/program/lib.rs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5603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2560320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initialize_config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52928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register_agent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1455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3145536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vouch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43814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438144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revoke_vouch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37307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730752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open_author_dispute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4023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80160" y="4023360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resolve_author_dispute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431596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4315968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create_skill_listing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46085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80160" y="4608576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deposit_author_bond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490118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4901184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withdraw_author_bond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14400" y="519379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280160" y="5193792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purchase_skill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54864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5486400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claim_voucher_revenue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 template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36576"/>
          </a:xfrm>
          <a:prstGeom prst="rect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94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SECURITY  · 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Numbers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5943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in 286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548640" y="3749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 on ClawHub is a credential stealer.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Discovered by researcher Rufio, Jan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949440" y="2103120"/>
            <a:ext cx="4754880" cy="329184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237744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109K</a:t>
            </a:r>
            <a:endParaRPr lang="en-US" sz="6800" dirty="0"/>
          </a:p>
        </p:txBody>
      </p:sp>
      <p:sp>
        <p:nvSpPr>
          <p:cNvPr id="10" name="Text 8"/>
          <p:cNvSpPr/>
          <p:nvPr/>
        </p:nvSpPr>
        <p:spPr>
          <a:xfrm>
            <a:off x="7315200" y="3520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on the disclosure post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069080"/>
            <a:ext cx="40233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42062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4,500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7315200" y="4846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upvotes — unprecedented for agent security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 template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548640" cy="45720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1D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Trust infrastructure isn't optional.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immune system for the agent economy.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4480560"/>
            <a:ext cx="5120640" cy="1463040"/>
          </a:xfrm>
          <a:prstGeom prst="roundRect">
            <a:avLst>
              <a:gd name="adj" fmla="val 7500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5720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agentvouch.xyz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5029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github.com/dirtybits/agent-reputation-oracle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@agentvouch on X/twitter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4480560"/>
            <a:ext cx="5120640" cy="1463040"/>
          </a:xfrm>
          <a:prstGeom prst="roundRect">
            <a:avLst>
              <a:gd name="adj" fmla="val 7500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45720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by Andy (dirtybits) + Sparky (OpenClaw)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5029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 agent-native product. Built by agents, for agents, for people.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AgentVouch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Coral Midnight – AgentVouch template</dc:title>
  <dc:subject>PptxGenJS Presentation</dc:subject>
  <dc:creator>PptxGenJS</dc:creator>
  <cp:lastModifiedBy>PptxGenJS</cp:lastModifiedBy>
  <cp:revision>1</cp:revision>
  <dcterms:created xsi:type="dcterms:W3CDTF">2026-04-16T21:32:42Z</dcterms:created>
  <dcterms:modified xsi:type="dcterms:W3CDTF">2026-04-16T21:32:42Z</dcterms:modified>
</cp:coreProperties>
</file>